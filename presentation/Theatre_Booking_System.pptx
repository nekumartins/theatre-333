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8B5CF6"/>
                </a:solidFill>
              </a:defRPr>
            </a:pPr>
            <a:r>
              <a:t>Theatre Booking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Complete Database Design &amp; Implementation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C4899"/>
                </a:solidFill>
              </a:defRPr>
            </a:pPr>
            <a:r>
              <a:t>CSC 333 - Database Systems</a:t>
            </a:r>
          </a:p>
          <a:p>
            <a:br/>
            <a:pPr algn="ctr">
              <a:defRPr sz="1800">
                <a:solidFill>
                  <a:srgbClr val="9CA3AF"/>
                </a:solidFill>
              </a:defRPr>
            </a:pPr>
            <a:r>
              <a:t>Presented by: Chukwuneku Akpotohwo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Design comprehensive database for theatre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Online ticket booking platform with real-time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User registration, authentication, and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Complete booking workflow from selection to e-ticket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Backend: FastAPI (Python)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Database: MySQL 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095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ORM: SQLAlchemy with Alembic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Frontend: HTML, Tailwind CSS,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👥 User Management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Registration, login, profiles,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🎭 Show Management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Multiple shows, genres, venues,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💺 Seat Selection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Interactive seat map, real-time availability, pricing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🎫 Booking System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Multi-seat booking, confirmation, cancellation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💳 Payment Processing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Multiple methods, secure transactions, refunds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🎟️ E-Ticket System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QR codes, digital delivery,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Conceptual Model (ERD)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USER (user_id PK, email, password_hash, full_name, phone, is_admin)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SHOW (show_id PK, title, description, duration, genre_id FK, venue_id FK)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PERFORMANCE (performance_id PK, show_id FK, performance_date, base_price)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BOOKING (booking_id PK, user_id FK, performance_id FK, total_amount, status)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PAYMENT (payment_id PK, booking_id FK, amount, method, status, transaction_ref)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SEAT (seat_id PK, row_name, seat_number, category_id FK)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5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BOOKING_SEAT (booking_seat_id PK, booking_id FK, seat_id FK, price_paid)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PK = Primary Key    FK = Foreign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Entity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USER →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user can make many 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SHOW →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86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show has many performances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PERFORMANCE → BOOKING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260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performance has many 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BOOKING → BOOKING_SEAT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booking includes many seats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BOOKING → 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2062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Each booking has one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VENUE →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venue hosts many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SEAT_CATEGORY → SEAT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864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C4899"/>
                </a:solidFill>
              </a:defRPr>
            </a:pPr>
            <a:r>
              <a:t>1:N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CA3AF"/>
                </a:solidFill>
              </a:defRPr>
            </a:pPr>
            <a:r>
              <a:t>A category contains many seats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Normalization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✓ First Normal Form (1NF)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All attributes contain atomic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Each table has a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No repeating groups (seats in separate 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399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✓ Second Normal Form (2NF)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59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Satisfies 1NF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5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No partial dependencies on composite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All non-key attributes fully depend on primary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✓ Third Normal Form (3NF)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Satisfies 2NF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No transitive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Genre, Venue, SeatCategory extracted to separate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Physical Model (MySQL)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CREATE TABLE users (</a:t>
            </a:r>
            <a:br/>
            <a:r>
              <a:t>    user_id INT PRIMARY KEY AUTO_INCREMENT,</a:t>
            </a:r>
            <a:br/>
            <a:r>
              <a:t>    email VARCHAR(255) UNIQUE NOT NULL,</a:t>
            </a:r>
            <a:br/>
            <a:r>
              <a:t>    password_hash VARCHAR(255) NOT NULL,</a:t>
            </a:r>
            <a:br/>
            <a:r>
              <a:t>    full_name VARCHAR(100),</a:t>
            </a:r>
            <a:br/>
            <a:r>
              <a:t>    is_admin BOOLEAN DEFAULT FALSE</a:t>
            </a:r>
            <a:br/>
            <a:r>
              <a:t>);</a:t>
            </a:r>
            <a:br/>
            <a:br/>
            <a:r>
              <a:t>CREATE TABLE bookings (</a:t>
            </a:r>
            <a:br/>
            <a:r>
              <a:t>    booking_id INT PRIMARY KEY AUTO_INCREMENT,</a:t>
            </a:r>
            <a:br/>
            <a:r>
              <a:t>    user_id INT NOT NULL,</a:t>
            </a:r>
            <a:br/>
            <a:r>
              <a:t>    performance_id INT NOT NULL,</a:t>
            </a:r>
            <a:br/>
            <a:r>
              <a:t>    total_amount DECIMAL(10,2) NOT NULL,</a:t>
            </a:r>
            <a:br/>
            <a:r>
              <a:t>    status ENUM('pending','confirmed','cancelled'),</a:t>
            </a:r>
            <a:br/>
            <a:r>
              <a:t>    FOREIGN KEY (user_id) REFERENCES users(user_id),</a:t>
            </a:r>
            <a:br/>
            <a:r>
              <a:t>    FOREIGN KEY (performance_id) REFERENCES performances(performance_id)</a:t>
            </a:r>
            <a:br/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4899"/>
                </a:solidFill>
              </a:defRPr>
            </a:pPr>
            <a:r>
              <a:t>11 Tables  |  MySQL 8.0  |  15+ Foreign Keys  |  InnoDB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🖥️ Frontend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HTML/Jinja2, Tailwind CSS,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⚡ API Layer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FastAPI, REST Endpoints, JWT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🔄 ORM Layer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SQLAlchemy, Alembic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</a:defRPr>
            </a:pPr>
            <a:r>
              <a:t>🗄️ Database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MySQL 8.0, InnoDB, ACID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🔐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Secure password hashing (bcrypt)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JWT token-based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Token expiration &amp;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Protected API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Role-based access control (RBAC)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💺 Seat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Interactive seat map (491 seats)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095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5 seat categories with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Real-time availability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Multi-seat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QR code e-tickets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Sample SQL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-- Get User's Booking History</a:t>
            </a:r>
            <a:br/>
            <a:r>
              <a:t>SELECT b.booking_id, s.title, p.performance_date, b.total_amount, b.status</a:t>
            </a:r>
            <a:br/>
            <a:r>
              <a:t>FROM bookings b</a:t>
            </a:r>
            <a:br/>
            <a:r>
              <a:t>JOIN performances p ON b.performance_id = p.performance_id</a:t>
            </a:r>
            <a:br/>
            <a:r>
              <a:t>JOIN shows s ON p.show_id = s.show_id</a:t>
            </a:r>
            <a:br/>
            <a:r>
              <a:t>WHERE b.user_id = ? ORDER BY b.booking_date DESC;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-- Get Available Seats for Performance</a:t>
            </a:r>
            <a:br/>
            <a:r>
              <a:t>SELECT s.seat_id, s.row_name, s.seat_number, sc.category_name</a:t>
            </a:r>
            <a:br/>
            <a:r>
              <a:t>FROM seats s JOIN seat_categories sc ON s.category_id = sc.category_id</a:t>
            </a:r>
            <a:br/>
            <a:r>
              <a:t>WHERE s.seat_id NOT IN (</a:t>
            </a:r>
            <a:br/>
            <a:r>
              <a:t>    SELECT bs.seat_id FROM booking_seats bs</a:t>
            </a:r>
            <a:br/>
            <a:r>
              <a:t>    JOIN bookings b ON bs.booking_id = b.booking_id</a:t>
            </a:r>
            <a:br/>
            <a:r>
              <a:t>    WHERE b.performance_id = ? AND b.status != 'cancelled'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🔒 Password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Bcrypt hashing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Salt rounds for extra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No plain-text password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JWT token-based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Token expiration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C4899"/>
                </a:solidFill>
              </a:defRPr>
            </a:pPr>
            <a:r>
              <a:t>🛡️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Admin vs 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095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Protected admin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095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SQL injection prevention (ORM)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Input validation (Pydantic)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CORS configuration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C55E"/>
                </a:solidFill>
              </a:defRPr>
            </a:pPr>
            <a:r>
              <a:t>✓ All Frontend Pages: 200 OK (Home, Shows, Login, Register, Bookings, 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C55E"/>
                </a:solidFill>
              </a:defRPr>
            </a:pPr>
            <a:r>
              <a:t>✓ All API Endpoints: 200 OK (/api/shows, /api/performances, /api/bookings, /api/payments)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C55E"/>
                </a:solidFill>
              </a:defRPr>
            </a:pPr>
            <a:r>
              <a:t>✓ Authentication Flow: Login, Token Generation, Protected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C55E"/>
                </a:solidFill>
              </a:defRPr>
            </a:pPr>
            <a:r>
              <a:t>✓ Booking Flow: Seat Selection → Payment → Confirmation → E-Ticket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C55E"/>
                </a:solidFill>
              </a:defRPr>
            </a:pPr>
            <a:r>
              <a:t>✓ Database Integrity: Foreign Key Constraints,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C4899"/>
                </a:solidFill>
              </a:defRPr>
            </a:pPr>
            <a:r>
              <a:t>100% Endpoint Coverage  |  0 Critical Errors  |  Production Ready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8B5CF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7171"/>
                </a:solidFill>
              </a:defRPr>
            </a:pPr>
            <a:r>
              <a:t>❌ Real-time Seat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</a:defRPr>
            </a:pPr>
            <a:r>
              <a:t>✓ Database transactions with proper locking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7171"/>
                </a:solidFill>
              </a:defRPr>
            </a:pPr>
            <a:r>
              <a:t>❌ Token Authentication Across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377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</a:defRPr>
            </a:pPr>
            <a:r>
              <a:t>✓ Centralized localStorage key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7171"/>
                </a:solidFill>
              </a:defRPr>
            </a:pPr>
            <a:r>
              <a:t>❌ Complex Seat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</a:defRPr>
            </a:pPr>
            <a:r>
              <a:t>✓ Price multiplier system with seat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7171"/>
                </a:solidFill>
              </a:defRPr>
            </a:pPr>
            <a:r>
              <a:t>❌ Performance Route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</a:defRPr>
            </a:pPr>
            <a:r>
              <a:t>✓ Added dedicated performance detail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87171"/>
                </a:solidFill>
              </a:defRPr>
            </a:pPr>
            <a:r>
              <a:t>❌ Database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</a:defRPr>
            </a:pPr>
            <a:r>
              <a:t>✓ SQLite to MySQL with Alembic migrations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8B5CF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Successfully designed and implemented a comprehensive theatre booking system demonstrating proper database design principles, normalization, and full-stack development practices.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11 Database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36576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3NF Normalization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6576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15+ API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59" y="36576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100% Functional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8B5CF6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CA3AF"/>
                </a:solidFill>
              </a:defRPr>
            </a:pPr>
            <a:r>
              <a:t>GitHub: github.com/nekumartins/theatre-333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Email: akpotohwoo@gmail.com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